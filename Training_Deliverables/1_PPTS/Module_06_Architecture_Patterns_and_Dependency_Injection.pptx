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Architecture Patterns and 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Keeping a growing app maintainable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 ten-thousand-line view controller was once worn as a badge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There was a time when a very long file was taken as a sign of a skilled developer.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Organise a project so a stranger can find things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Explain Clean Architecture's layers and the inward dependency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Depend on protocols instead of concrete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Wire an app from a single composition root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Recognise when a singleton is fine and when it is a trap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How quickly could a stranger find the one piece they need to change?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Length isn't skill. Navigability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HOW THE REFERENCE PROJECT IS ORGANISED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Each folder has one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45775" cy="653795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89354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4808" y="1689354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data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71700"/>
            <a:ext cx="10545775" cy="653795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71700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9726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4808" y="2379726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View controllers and screens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62072"/>
            <a:ext cx="10545775" cy="653795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70098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4808" y="3070098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Logic and formatting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552444"/>
            <a:ext cx="10545775" cy="653795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52444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60469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4808" y="3760469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Protocols — the contracts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42816"/>
            <a:ext cx="10545775" cy="653795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42816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50842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4808" y="4450842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Storage, keychain,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933188"/>
            <a:ext cx="10545775" cy="653795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933188"/>
            <a:ext cx="45720" cy="653795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41213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CustomViews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4808" y="5141213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Reusable components like the seat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Massive View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In plain MVC everything ends up in the controller — data loading, parsing, formatting, navigation. This is the failure mode the structure avoids.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CLEAN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7" y="2702052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Views and view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7" y="3415284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protocols — the rules of the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7" y="4128515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Persistence, networking, the outside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Dependencies point inward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domain layer knows nothing about UIKit, nothing about URLSession, nothing about where data comes from.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HOW THAT IS EXPRESSED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app's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76855"/>
            <a:ext cx="10545775" cy="255117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76855"/>
            <a:ext cx="45720" cy="25511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41447"/>
            <a:ext cx="10088575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protocol MovieFetching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func fetchMovies() async throws -&gt; [Movie]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protocol BookingManaging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func add(_ booking: Booking)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func cancel(id: String)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func all() -&gt; [Booking]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PROTOCOL IS A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What, never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MovieFetching</a:t>
            </a:r>
            <a:r>
              <a:rPr sz="1700">
                <a:solidFill>
                  <a:srgbClr val="F3F3F5"/>
                </a:solidFill>
                <a:latin typeface="Arial"/>
              </a:rPr>
              <a:t> says: whatever you are, you can give me movies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BookingManaging</a:t>
            </a:r>
            <a:r>
              <a:rPr sz="1700">
                <a:solidFill>
                  <a:srgbClr val="F3F3F5"/>
                </a:solidFill>
                <a:latin typeface="Arial"/>
              </a:rPr>
              <a:t> says: you can add, cancel and list bookings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Neither says</a:t>
            </a:r>
            <a:r>
              <a:rPr sz="1700">
                <a:solidFill>
                  <a:srgbClr val="F3F3F5"/>
                </a:solidFill>
                <a:latin typeface="Arial"/>
              </a:rPr>
              <a:t> where the data lives or how it gets there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Every view model depends on protocols — not on a concrete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Not on a specific API client. Just the contract.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That is dependency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consumer declares what it needs. Something else decides what it gets. It is the most valuable structural idea in this course.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THAT SOMETHING ELSE IS THE COMPOSITION ROOT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one place concrete types are chosen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545775" cy="181051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18587"/>
            <a:ext cx="45720" cy="181051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83179"/>
            <a:ext cx="10088575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enum AppFactory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static func makeMoviesViewModel() -&gt; MoviesViewModel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MoviesViewModel(fetcher: LocalMovieStore(),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                bookings: FileBookingStore())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4855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Every screen is built here. Nothing else constructs its own dependencies.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To swap local JSON for a real backend, you change this one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Not a single view model changes. That is the payoff.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THREE INJECTION PATTERNS IN 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When to use which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2029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Singleton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702052"/>
            <a:ext cx="769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One shared instance — the settings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2029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Protocol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3415284"/>
            <a:ext cx="769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Anything a test needs to replace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2029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Composition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4128515"/>
            <a:ext cx="769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Where the concrete choices are made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WORD ON SINGLETONS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Half the bad reputation is deserved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The problem is not the single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One shared settings store is 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The problem is reaching for it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Hidden dependencies you cannot see in a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And cannot replace in a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MORE STRUCTURAL BENEFIT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Reusable custom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**This seat map is not a stock UIKit control**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75104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**Built from vertical rows of horizontal stacks**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**Written once**, used in more than one place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Shared formatting is the related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same rating appears on the list, the detail screen and the booking. Format it in three places and they will drift apart.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REUSE,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One component,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1599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45315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47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6_booking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**Interactive**, letting you pick seats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975104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**And read-only** inside booking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77440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Same component, different configuration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Architecture and Dependency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Navigability is the measure of quality, not brevity or length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Clean Architecture layers with dependencies pointing inward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Depend on protocols, never on concrete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One composition root chooses every implementation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Reusable views and shared formatters stop drift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Invert one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Take a screen that builds its own data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Extract a protocol for what it actually 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Build it from a composition root, and swap in a fake 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7 — Maps, Location, Notifications, Media and Animation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last technical module: the device capabilities that make an app feel native.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