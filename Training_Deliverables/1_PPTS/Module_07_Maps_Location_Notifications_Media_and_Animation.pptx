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371600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Arial"/>
              </a:rPr>
              <a:t>MODULE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4577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>
                <a:solidFill>
                  <a:srgbClr val="F3F3F5"/>
                </a:solidFill>
                <a:latin typeface="Arial"/>
              </a:rPr>
              <a:t>Maps, Location, Notifications, Media and Animation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A6A8B0"/>
                </a:solidFill>
                <a:latin typeface="Arial"/>
              </a:rPr>
              <a:t>The device capabilities that make an app feel native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What makes an app feel like it belongs on a phone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Rather than like a website in a frame. It knows where it is. It can reach you when it isn't open.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BY THE END OF THIS VIDEO YOU WILL BE ABLE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9796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869947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Show a map with real pins using MapKit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39211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711195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Request a permission correctly — in code and in Info.plist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8045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552443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Schedule a local notification, and know when you need a server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2170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393692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Pick the right photo API, and animate a change with intent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 DISTINCTION THAT SAVES CONFUSION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MapKit and Core Location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MapKit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The map itself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What you see and interact with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1820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Pins, regions, callouts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Core 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Where the device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759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GPS, permissions, updates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 MAP NEEDS THREE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Centre, region, annotations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9796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869947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A coordinate</a:t>
            </a:r>
            <a:r>
              <a:rPr sz="1700">
                <a:solidFill>
                  <a:srgbClr val="F3F3F5"/>
                </a:solidFill>
                <a:latin typeface="Arial"/>
              </a:rPr>
              <a:t> to centre 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39211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711195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A region</a:t>
            </a:r>
            <a:r>
              <a:rPr sz="1700">
                <a:solidFill>
                  <a:srgbClr val="F3F3F5"/>
                </a:solidFill>
                <a:latin typeface="Arial"/>
              </a:rPr>
              <a:t> defining how far out you are zoomed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8045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552443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Annotations</a:t>
            </a:r>
            <a:r>
              <a:rPr sz="1700">
                <a:solidFill>
                  <a:srgbClr val="F3F3F5"/>
                </a:solidFill>
                <a:latin typeface="Arial"/>
              </a:rPr>
              <a:t> for your pins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2170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393692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Add a delegate and you can respond to taps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ONE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MapKit or the Google Maps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Google Maps SDK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Richer place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Phone numbers, opening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1820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Needs an API key and a dependency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5C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5CC08A"/>
                </a:solidFill>
                <a:latin typeface="Arial"/>
              </a:rPr>
              <a:t>MapKit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Native, no API key, no dependency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759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Enough for showing your own locations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Permissions are where people lose hours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Anything touching location, camera or photos needs two things — and everybody remembers only the first.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BOTH ARE REQUIRED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Code and Info.plist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You request it in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locationManager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    .requestWhenInUseAuthorization()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81044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Everybody remembers this 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12D39"/>
                </a:solidFill>
                <a:latin typeface="Arial"/>
              </a:rPr>
              <a:t>And declare it in Info.plist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759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Skip it and the feature does not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It fails silently, with no error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THE KEYS MUST BE EXACT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Info.plist usage descriptions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25979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25979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45435"/>
            <a:ext cx="3843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NSLocationWhenInUseUsageDescription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5128" y="2345435"/>
            <a:ext cx="58792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Location, while using the 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39211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839211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58668"/>
            <a:ext cx="3843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NSCameraUsageDescription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5128" y="3058668"/>
            <a:ext cx="58792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Camera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552444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552444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71899"/>
            <a:ext cx="3843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NSPhotoLibraryUsageDescription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5128" y="3771899"/>
            <a:ext cx="58792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Photo library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265676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265676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485131"/>
            <a:ext cx="3843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NSMicrophoneUsageDescription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5128" y="4485131"/>
            <a:ext cx="58792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Microphone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Whatever text you write is shown to the user word for 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So write a real reason — "used to show cinemas near you" — not "we need your location".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Two kinds of notification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And the difference is architectural, not cosmetic.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WHERE THEY COME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Push and local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Push — APNs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Sent from a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Needs a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1820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Needs a paid developer account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5C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5CC08A"/>
                </a:solidFill>
                <a:latin typeface="Arial"/>
              </a:rPr>
              <a:t>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Scheduled on the device itself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759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No server, no account tier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THE REFERENCE APP USES LOCAL NOTIFICATIONS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The reasoning is practical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1858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290571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APNs needs a backend</a:t>
            </a:r>
            <a:r>
              <a:rPr sz="1700">
                <a:solidFill>
                  <a:srgbClr val="F3F3F5"/>
                </a:solidFill>
                <a:latin typeface="Arial"/>
              </a:rPr>
              <a:t> to send from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59835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131819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Plus a paid Apple Developer account</a:t>
            </a:r>
            <a:r>
              <a:rPr sz="1700">
                <a:solidFill>
                  <a:srgbClr val="F3F3F5"/>
                </a:solidFill>
                <a:latin typeface="Arial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010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973068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Local notifications cover the actual need:</a:t>
            </a:r>
            <a:r>
              <a:rPr sz="1700">
                <a:solidFill>
                  <a:srgbClr val="F3F3F5"/>
                </a:solidFill>
                <a:latin typeface="Arial"/>
              </a:rPr>
              <a:t> remind me before my booking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Be honest about the limitation, because it is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A local notification can only fire on a schedule the device already knows about. Anything reactive needs a server.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TWO DETAILS WORTH COPYING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From this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1858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290571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It checks a user setting first</a:t>
            </a:r>
            <a:r>
              <a:rPr sz="1700">
                <a:solidFill>
                  <a:srgbClr val="F3F3F5"/>
                </a:solidFill>
                <a:latin typeface="Arial"/>
              </a:rPr>
              <a:t> — reminders off means nothing is scheduled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59835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131819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Cancelling a booking cancels its pending reminder</a:t>
            </a:r>
            <a:r>
              <a:rPr sz="1700">
                <a:solidFill>
                  <a:srgbClr val="F3F3F5"/>
                </a:solidFill>
                <a:latin typeface="Arial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010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973068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A notification for a booking that no longer exists is a bug users remember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TWO PHOTO APIS, OFTEN CONFUSED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PHPicker and UIImagePickerController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5C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5CC08A"/>
                </a:solidFill>
                <a:latin typeface="Arial"/>
              </a:rPr>
              <a:t>PHPicker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The modern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What you should use to pick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1820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No permission prompt needed to browse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UIImagePickerController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Soft-deprecated since iOS 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759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But PHPicker cannot take a photo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759" y="391820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For camera capture you still need this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PHPicker cannot take a photo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For camera capture you still reach for the older API. Know which job each one does.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ANIMATION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The duration is the whole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24327"/>
            <a:ext cx="10545775" cy="1399032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24327"/>
            <a:ext cx="45720" cy="1399032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788919"/>
            <a:ext cx="10088575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UIView.animate(withDuration: 0.3) {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    self.seatView.alpha = 1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    self.seatView.transform = .identity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42816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Set the duration to zero and the change snaps — which is sometimes exactly what you want.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ALL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Real pins from real coordinates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45997" y="1440180"/>
            <a:ext cx="1971884" cy="417880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59713" y="1453895"/>
            <a:ext cx="1944452" cy="415137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9_location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145" y="1481328"/>
            <a:ext cx="1889588" cy="409651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109905" y="1440180"/>
            <a:ext cx="1971884" cy="417880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3621" y="1453895"/>
            <a:ext cx="1944452" cy="415137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20_pin_call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053" y="1481328"/>
            <a:ext cx="1889588" cy="409651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273813" y="1440180"/>
            <a:ext cx="1971884" cy="417880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87529" y="1453895"/>
            <a:ext cx="1944452" cy="415137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21_cinema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961" y="1481328"/>
            <a:ext cx="1889588" cy="409651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" y="5678423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Arial"/>
              </a:rPr>
              <a:t>Tapping a pin opens a callout and routes into the cinema's details and showtimes.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RECAP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Maps, Location, Notifications, Media, Animation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934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481328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MapKit is the map; Core Location is where the device is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37790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309774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A permission needs both the code request and the Info.plist key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66236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138220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Your usage string is shown to the user word for word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946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966667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Local notifications need no server; push does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2312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795113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PHPicker to pick, the older API to capture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PRACTICE EXERCISE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Make it feel native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4368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4368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485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22656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Show a map with at least three real pins and a working callout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04952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04952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506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23240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Request one permission properly, with an honest usage string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5536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05536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5653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23824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Schedule a local notification, and cancel it when its reason disappears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That completes the technical curriculum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Chapter 8 assembles all seven modules into one complete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