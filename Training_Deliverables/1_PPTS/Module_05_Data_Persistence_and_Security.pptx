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Data Persistence and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Storing data on device, and storing secrets properly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Close the app, reopen it, and everything's gone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This module is about memory — and the one storage decision that, got wrong, is a real security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Choose between UserDefaults, files, Core Data and the Keychain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Persist models as JSON with Codable and FileManager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Explain why UserDefaults is not a safe place for secrets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Store credentials in the Keychain, correctly scoped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There is no single right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iOS gives you several mechanisms deliberately. The skill is matching each to the weight and sensitivity of the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FIRST — USERDEFAULTS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Small, lightweight key-value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91789"/>
            <a:ext cx="10545775" cy="8641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91789"/>
            <a:ext cx="45720" cy="8641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56382"/>
            <a:ext cx="10088575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UserDefaults.standard.set(true, forKey: "isDarkMode")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dark = UserDefaults.standard.bool(forKey: "isDarkMode")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535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Which filter was last selected. Whether the user has seen the welcome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type must 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Save a Bool, read a String</a:t>
            </a:r>
            <a:r>
              <a:rPr sz="1700">
                <a:solidFill>
                  <a:srgbClr val="F3F3F5"/>
                </a:solidFill>
                <a:latin typeface="Arial"/>
              </a:rPr>
              <a:t> and you get an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 naming habit that prevents it:</a:t>
            </a:r>
            <a:r>
              <a:rPr sz="1700">
                <a:solidFill>
                  <a:srgbClr val="F3F3F5"/>
                </a:solidFill>
                <a:latin typeface="Arial"/>
              </a:rPr>
              <a:t> prefix boolean keys with `is`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`isDarkMode`, `isNowPlaying`, `isFirstLaunch`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SECOND — FILEMANAGER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Bigger, structured data as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70631"/>
            <a:ext cx="10545775" cy="1563624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70631"/>
            <a:ext cx="45720" cy="156362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35223"/>
            <a:ext cx="10088575" cy="1563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let url = FileManager.default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.urls(for: .documentDirectory, in: .userDomainMask)[0]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    .appendingPathComponent("bookings.json")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F3F3F5"/>
                </a:solidFill>
                <a:latin typeface="Menlo"/>
              </a:rPr>
              <a:t>try JSONEncoder().encode(bookings).write(to: url)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THIS IS HOW THE REFERENCE APP STORES ITS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Codable in, Codable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Bookings, profiles and reviews</a:t>
            </a:r>
            <a:r>
              <a:rPr sz="1700">
                <a:solidFill>
                  <a:srgbClr val="F3F3F5"/>
                </a:solidFill>
                <a:latin typeface="Arial"/>
              </a:rPr>
              <a:t> all live as JSON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Codable turns the model into JSON</a:t>
            </a:r>
            <a:r>
              <a:rPr sz="1700">
                <a:solidFill>
                  <a:srgbClr val="F3F3F5"/>
                </a:solidFill>
                <a:latin typeface="Arial"/>
              </a:rPr>
              <a:t>, FileManager writes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On next launch it reads straight back</a:t>
            </a:r>
            <a:r>
              <a:rPr sz="1700">
                <a:solidFill>
                  <a:srgbClr val="F3F3F5"/>
                </a:solidFill>
                <a:latin typeface="Arial"/>
              </a:rPr>
              <a:t> into the same Swift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THIRD — CORE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Apple's heavyweight 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Reach for it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You have a lot of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Complex relationships between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You need querying, not just loading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The reference app does not use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For this volume, JSON files were simpler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Easier to reason about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That is a real skills gap, stated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Core Data is worth learning next — the app simply did not need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The Keychain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fourth mechanism, and the most important part of this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BELIEF THAT CIRCULATES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UserDefaults is NOT encrypted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71115"/>
            <a:ext cx="5108295" cy="2962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71115"/>
            <a:ext cx="45720" cy="2962656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0885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What people believe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57499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"UserDefaults is encrypted on iOS"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154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"So it's fine for passwords and tokens"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2559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That is not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071115"/>
            <a:ext cx="5108295" cy="2962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071115"/>
            <a:ext cx="45720" cy="2962656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308859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What actually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857499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 plain, unencrypted file in your app's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62559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No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4009644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Readable with file system access or an unencrypted backup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MATCH THE STORE TO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Where things belong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UserDefaults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7" y="2345435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Preferences and flags — nothing sensitive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JSON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7" y="3058668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Models: bookings, profiles,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Core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7" y="3771899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Large, related, queryable data 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Keychain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7" y="4485131"/>
            <a:ext cx="8332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Passwords, tokens, API keys, anything personal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Passwords, tokens, API keys — those go in the Keychain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Encrypted and protected by the operating system itself.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REAL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Note the accessibility setting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7152"/>
            <a:ext cx="10545775" cy="191338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7152"/>
            <a:ext cx="45720" cy="191338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31744"/>
            <a:ext cx="10088575" cy="19133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query: [String: Any] = [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kSecClass as String: kSecClassGenericPassword,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kSecAttrAccount as String: email,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kSecvalueData as String: passwordData,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kSecAttrAccessible as String: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    kSecAttrAccessibleWhenUnlockedThisDeviceOnly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99991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'This device only' means the credential never travels in an iCloud backup.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Whatever encoding you save with, you must read back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Mismatched text encodings are a confusing Keychain bug that will cost you an afternoon.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PERSISTENCE,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Confirm a booking, then close the app completely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booking_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**Not backgrounded — closed.**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75104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**Then reopen it**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booking is still there, with the same 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THERE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Straight back from a JSON file on disk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booking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**Decoded back** into the same Swift types it was saved from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**No database**, no server, no third-party library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THE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Never in the same place, never in plain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177" y="1440180"/>
            <a:ext cx="1929705" cy="408736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93893" y="1453895"/>
            <a:ext cx="1902273" cy="405993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profile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325" y="1481328"/>
            <a:ext cx="1847409" cy="40050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1673352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**The profile details** are in a JSON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75688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75104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**The password** is in the Keychain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78024"/>
            <a:ext cx="100584" cy="10058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803999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Two different stores, chosen by sensitivity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Data Persistence and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Match the mechanism to the weight and sensitivity of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UserDefaults for small flags — never for secrets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Codable plus FileManager persists models as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UserDefaults is not encrypted; the Keychain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Scope credentials to this device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Make something survive a relaunch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Persist a model as JSON with Codable and FileManager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Store one credential in the Keychain, this-device-only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Close the app fully, reopen, and prove both came 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6 — Architecture Patterns and Dependency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How to organise all of this so the app doesn't collapse under its own weight.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