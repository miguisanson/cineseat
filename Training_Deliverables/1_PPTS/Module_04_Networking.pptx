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Talking to a server safely, without blocking the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Almost every app worth using talks to a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Safely, without freezing, and without shipping your secrets to strangers.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Make a request with URLSession using async and await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Check the status code before trusting the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Decode JSON into Swift types with Codable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Centralise networking behind one API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Keep credentials out of your source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NETWORKING ON 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HTTP, in practice always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URLSession</a:t>
            </a:r>
            <a:r>
              <a:rPr sz="1700">
                <a:solidFill>
                  <a:srgbClr val="F3F3F5"/>
                </a:solidFill>
                <a:latin typeface="Arial"/>
              </a:rPr>
              <a:t> is Apple's built-in API for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You do not need a third-party library</a:t>
            </a:r>
            <a:r>
              <a:rPr sz="1700">
                <a:solidFill>
                  <a:srgbClr val="F3F3F5"/>
                </a:solidFill>
                <a:latin typeface="Arial"/>
              </a:rPr>
              <a:t> for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Everything in this module</a:t>
            </a:r>
            <a:r>
              <a:rPr sz="1700">
                <a:solidFill>
                  <a:srgbClr val="F3F3F5"/>
                </a:solidFill>
                <a:latin typeface="Arial"/>
              </a:rPr>
              <a:t> uses only what ships with the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METHODS YOU WILL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GET and POST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Fetches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You send nothing, you get data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Sends data and receives a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Logging in is the obvious 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Every request has the same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Build a URL, set any headers, make the call, check the response, decode.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BUILDING THE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URL, then URLRequest for headers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65475"/>
            <a:ext cx="10545775" cy="13167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65475"/>
            <a:ext cx="45720" cy="13167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30068"/>
            <a:ext cx="10088575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guard let url = URL(string: base + "/movie/\(id)/reviews") else { return 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var request = URLRequest(url: url)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request.setValue("Bearer \(token)", forHTTPHeaderField: "Authorization")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166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A plain GET can skip URLRequest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async and await, from the last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25521"/>
            <a:ext cx="10545775" cy="59664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25521"/>
            <a:ext cx="45720" cy="59664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190113"/>
            <a:ext cx="10088575" cy="5966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(data, response) = try await URLSession.shared.data(for: request)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1623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The interface stays responsive while it waits.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Check the status code before you touch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This is the step people skip, and it is the important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REQUEST CAN SUCCEED AND STILL CONTAIN NOTHING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the codes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45435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58668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You are not authenticated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71899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There is nothing at that address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85131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server itself failed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NOTICE WHAT IS ABSENT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No force-unwrapping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guard let http = response as? HTTPURLResponse,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  (200..&lt;300).contains(http.statusCode) else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throw APIError.badStatus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Every uncertain value is guarded. The worst case is an error you handle, not a crash.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TURNING DATA INTO SWIFT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Codable does it in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47187"/>
            <a:ext cx="10545775" cy="181051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47187"/>
            <a:ext cx="45720" cy="181051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11779"/>
            <a:ext cx="10088575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struct Review: Codable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author: String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content: String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let reviews = try JSONDecoder().decode([Review].self, from: data)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Before and after Codable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The old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Pull values out of a dictionary key by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code grew forever as the payload did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Codable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One line, whatever the 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compiler checks it for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WRINKLE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CodingKeys bridges naming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545775" cy="181051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18587"/>
            <a:ext cx="45720" cy="181051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83179"/>
            <a:ext cx="10088575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struct Movie: Codable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posterPath: String?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enum CodingKeys: String, CodingKey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case posterPath = "poster_path"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4855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Swift uses camelCase; plenty of APIs use snake_case. You keep idiomatic Swift names.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RATHER THAN REPEAT THIS IN EVERY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One generic API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93466"/>
            <a:ext cx="10545775" cy="1460754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93466"/>
            <a:ext cx="45720" cy="146075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58059"/>
            <a:ext cx="10088575" cy="14607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func fetch&lt;T: Decodable&gt;(_ path: String) async throws -&gt; T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let (data, response) = try await session.data(for: request(path))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try validate(response)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return try JSONDecoder().decode(T.self, from: data)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73677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One function serves every endpoint in the app.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Keep your base URLs in one constant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Not scattered through view controllers — switching development to production becomes one edit.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HERE IT IS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Two sources, never mixed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1599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45315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reviews_ticketp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47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reviews_online_tm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**The app's own reviews** are stored on the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975104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**The Online tab** fetches from a real public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77440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**Same screen**, two very different data paths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External reviews are never counted into the app's own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Averaging someone else's numbers into yours would make both meaningless.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token is not in the source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Not in the repository.</a:t>
            </a:r>
            <a:r>
              <a:rPr sz="1700">
                <a:solidFill>
                  <a:srgbClr val="F3F3F5"/>
                </a:solidFill>
                <a:latin typeface="Arial"/>
              </a:rPr>
              <a:t> It lives only in a local scheme 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Not in the bundle.</a:t>
            </a:r>
            <a:r>
              <a:rPr sz="1700">
                <a:solidFill>
                  <a:srgbClr val="F3F3F5"/>
                </a:solidFill>
                <a:latin typeface="Arial"/>
              </a:rPr>
              <a:t> Anything you ship can be extracted from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production app keeps secrets on a server</a:t>
            </a:r>
            <a:r>
              <a:rPr sz="1700">
                <a:solidFill>
                  <a:srgbClr val="F3F3F5"/>
                </a:solidFill>
                <a:latin typeface="Arial"/>
              </a:rPr>
              <a:t>, not in the 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Anything you ship inside an app can be extracted from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Getting into that habit now costs nothing and prevents a real incident later.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URLSession with async and await — no third-party library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Always check the status code before trusting the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Codable turns JSON into Swift types in one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Centralise requests behind one generic API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Secrets never live in source, the repo, or the shipped bundle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Talk to a real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Pick a free public API and fetch one endpoint with async / await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Decode it into a Codable struct — handle a non-200 status explicitly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Keep the base URL in one constant and the key out of source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5 — Data Persistence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data has arrived. Where does it live when the app closes?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