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Course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Eleven sessions, from no Swift to an app of your 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EVERY APP, THE SAME SUBSTRATE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Three foundations under every iOS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9088" y="1485899"/>
            <a:ext cx="1950795" cy="413308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72804" y="1499615"/>
            <a:ext cx="1923363" cy="410565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showings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236" y="1527047"/>
            <a:ext cx="1868499" cy="40507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90571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language.</a:t>
            </a:r>
            <a:r>
              <a:rPr sz="1700">
                <a:solidFill>
                  <a:srgbClr val="F3F3F5"/>
                </a:solidFill>
                <a:latin typeface="Arial"/>
              </a:rPr>
              <a:t> Swift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131819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set of tools.</a:t>
            </a:r>
            <a:r>
              <a:rPr sz="1700">
                <a:solidFill>
                  <a:srgbClr val="F3F3F5"/>
                </a:solidFill>
                <a:latin typeface="Arial"/>
              </a:rPr>
              <a:t> Xcode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973068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way of connecting</a:t>
            </a:r>
            <a:r>
              <a:rPr sz="1700">
                <a:solidFill>
                  <a:srgbClr val="F3F3F5"/>
                </a:solidFill>
                <a:latin typeface="Arial"/>
              </a:rPr>
              <a:t> what's on screen to code that runs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Course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How the eleven modules are structured, and why in that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What you need to follow along — and what you don't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How the example app is used, and why it isn't the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What to do with each module's practice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HALVES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How the course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Modules 1–7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technical curriculum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climbs deliberately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Each one needs the one before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Chapters 8–10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craft no single API teaches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Case study, testing,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TECHNICAL CURRICULUM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It climbs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45775" cy="555171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45720" cy="555171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004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40041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language and the tools — Swift, Xcode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73075"/>
            <a:ext cx="10545775" cy="555171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73075"/>
            <a:ext cx="45720" cy="555171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3178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31789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interface layer — UIKit, MVVM, Auto Layout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64822"/>
            <a:ext cx="10545775" cy="555171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664822"/>
            <a:ext cx="45720" cy="555171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235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823536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Intermediate Swift and concurrency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56570"/>
            <a:ext cx="10545775" cy="555171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256570"/>
            <a:ext cx="45720" cy="555171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1528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415283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Networking — real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48317"/>
            <a:ext cx="10545775" cy="555171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848317"/>
            <a:ext cx="45720" cy="555171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0703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007031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Data persistence and 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40065"/>
            <a:ext cx="10545775" cy="555171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440065"/>
            <a:ext cx="45720" cy="555171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59877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598778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Architecture — keeping it maintainable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031812"/>
            <a:ext cx="10545775" cy="555171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031812"/>
            <a:ext cx="45720" cy="555171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19052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190526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Device capabilities — maps, notifications, 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THREE CRAFT CHAPTERS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no single API teaches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2596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8259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020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02052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Case study — assembling it into one 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95828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95828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52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15284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Testing — proving it 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9060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9060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28515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128515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Documentation — whether your work survives handover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EVERY MODULE ENDS WITH A 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Why they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80259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Watching someone write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feels like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39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439" y="2080259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Writing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is where it becomes yours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Do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WHAT YOU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Three things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93491"/>
            <a:ext cx="3332378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93491"/>
            <a:ext cx="3332378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031235"/>
            <a:ext cx="296661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A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470148"/>
            <a:ext cx="296661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iOS needs macOS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2793491"/>
            <a:ext cx="3332378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2793491"/>
            <a:ext cx="3332378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9114" y="3031235"/>
            <a:ext cx="296661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Xcode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9114" y="3470148"/>
            <a:ext cx="296661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free, Mac App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793491"/>
            <a:ext cx="3332378" cy="129844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6356" y="2793491"/>
            <a:ext cx="3332378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812" y="3031235"/>
            <a:ext cx="296661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F3F5"/>
                </a:solidFill>
                <a:latin typeface="Menlo"/>
              </a:rPr>
              <a:t>Apple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5812" y="3470148"/>
            <a:ext cx="296661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6A8B0"/>
                </a:solidFill>
                <a:latin typeface="Arial"/>
              </a:rPr>
              <a:t>free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YOU DON'T NEED A PHYSICAL IPHONE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Simulator or device?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80259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The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covers almost everything in this course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39" y="2080259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439" y="2080259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31800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A real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286664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eventually — camera and 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But not to learn.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HOW THE EXAMPLE APP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Every idea is shown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99715"/>
            <a:ext cx="5108295" cy="25054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99715"/>
            <a:ext cx="45720" cy="25054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37459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Once — in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86099"/>
            <a:ext cx="465109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let title: String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let rating: Double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1703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idea, nothing in the 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299715"/>
            <a:ext cx="5108295" cy="25054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299715"/>
            <a:ext cx="45720" cy="25054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537459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Again — inside a working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086099"/>
            <a:ext cx="4651095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struct Movie: Codable {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let title: String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let tmdbID: Int?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4165091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what it looks like in a real product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NOTHING ABOUT THE EXAMPLE APP IS SPECIAL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Why it's good for teaching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3344570" cy="1874519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3344570" cy="4572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82495"/>
            <a:ext cx="28873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0C05C"/>
                </a:solidFill>
                <a:latin typeface="Arial"/>
              </a:rPr>
              <a:t>137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44144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3F5"/>
                </a:solidFill>
                <a:latin typeface="Arial"/>
              </a:rPr>
              <a:t>Swift source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80720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Arial"/>
              </a:rPr>
              <a:t>MVVM · Domain · Persistence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3562" y="1481328"/>
            <a:ext cx="3344570" cy="1874519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3562" y="1481328"/>
            <a:ext cx="3344570" cy="4572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9594" y="1682495"/>
            <a:ext cx="28873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0C05C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9594" y="244144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3F5"/>
                </a:solidFill>
                <a:latin typeface="Arial"/>
              </a:rPr>
              <a:t>third-party libraries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9594" y="280720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Arial"/>
              </a:rPr>
              <a:t>100% native Apple frameworks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4164" y="1481328"/>
            <a:ext cx="3344570" cy="1874519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4164" y="1481328"/>
            <a:ext cx="3344570" cy="4572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196" y="1682495"/>
            <a:ext cx="28873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0C05C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196" y="244144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3F5"/>
                </a:solidFill>
                <a:latin typeface="Arial"/>
              </a:rPr>
              <a:t>backend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196" y="280720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Arial"/>
              </a:rPr>
              <a:t>runs entirely on the device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Where does this idea fit in the thing I want to make?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useful question isn't "how do I build this screen?"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Course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Seven technical modules, then three craft chapters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 Mac, Xcode and a free Apple account — no iPhone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Every idea shown twice: in isolation, then in a working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The example app is scaffolding — build something of your 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Do the exercises; that's where it becomes yours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Module 1 — iOS Fundamentals and Swift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Install the tools, create a first project, and the Swift foundations.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