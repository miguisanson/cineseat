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371600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MODULE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3F5"/>
                </a:solidFill>
                <a:latin typeface="Arial"/>
              </a:rP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6A8B0"/>
                </a:solidFill>
                <a:latin typeface="Arial"/>
              </a:rPr>
              <a:t>Proving it works, and why architecture made it possible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How do you know your app works?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Not "it looked fine when I tried it" — how do you know, every time, automatically?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BY THE END OF THIS VIDEO YOU WILL BE ABLE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Tell a unit test from a UI test, and when each earns its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Write a test that needs no screen at 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Replace real stores with fakes through protocols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Name tests so the suite reads as a specification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TWO KINDS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Unit and UI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Unit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Never launch 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Check logic directly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Fast — milliseconds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UI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Launch the app and drive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Tap, scroll, assert on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Slower, but they prove the whole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UNIT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Read the name, predict the body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95752"/>
            <a:ext cx="10545775" cy="1913382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95752"/>
            <a:ext cx="45720" cy="1913382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60344"/>
            <a:ext cx="10088575" cy="19133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func testMovieSearchAndRatingSortAcrossCategories() {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let vm = MoviesViewModel(fetcher: FakeMovieStore())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vm.searchText = "dune"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XCTAssertEqual(vm.filteredMovies.count, 2)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vm.toggleRatingSortOrder()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XCTAssertEqual(vm.filteredMovies.first?.title, "Dune: Part Two")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WHAT IT ACTUALLY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Four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407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407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419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236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Create a view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660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4660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477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729484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Set the search text and check the filtered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52444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2444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5361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735324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Flip the sort order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5582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5582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7594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741164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Check the order changed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Here is the point, and it is why Module 6 mattered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Look at what this test does not need.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WHAT IS ABSENT FROM THAT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No screen at 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 storyboard</a:t>
            </a:r>
            <a:r>
              <a:rPr sz="1700">
                <a:solidFill>
                  <a:srgbClr val="F3F3F5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 view controller</a:t>
            </a:r>
            <a:r>
              <a:rPr sz="1700">
                <a:solidFill>
                  <a:srgbClr val="F3F3F5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 UIKit whatsoever</a:t>
            </a:r>
            <a:r>
              <a:rPr sz="1700">
                <a:solidFill>
                  <a:srgbClr val="F3F3F5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Only possible</a:t>
            </a:r>
            <a:r>
              <a:rPr sz="1700">
                <a:solidFill>
                  <a:srgbClr val="F3F3F5"/>
                </a:solidFill>
                <a:latin typeface="Arial"/>
              </a:rPr>
              <a:t> because the search and sort logic lives in the view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Testability is a consequence of architecture, not an extra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Had that logic stayed in the screen, this test could not exist.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It goes further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These are three fakes from the test 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REAL VERSUS FAKE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Same contract, different weight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The real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Profile repository writes to disk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Password store uses the Keychain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API client makes network calls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The fake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Keeps profiles in an array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Keeps passwords in a dictionary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Returns canned data instantly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Each satisfies the same protocol as the real 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So tests hand these in instead — and not one line of production code had to change.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THINK ABOUT THE ALTERNATIVE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Testing login without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90571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Writing real files</a:t>
            </a:r>
            <a:r>
              <a:rPr sz="1700">
                <a:solidFill>
                  <a:srgbClr val="F3F3F5"/>
                </a:solidFill>
                <a:latin typeface="Arial"/>
              </a:rPr>
              <a:t> to disk on every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131819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Storing real passwords</a:t>
            </a:r>
            <a:r>
              <a:rPr sz="1700">
                <a:solidFill>
                  <a:srgbClr val="F3F3F5"/>
                </a:solidFill>
                <a:latin typeface="Arial"/>
              </a:rPr>
              <a:t> in the real Keychain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973068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Making real network calls</a:t>
            </a:r>
            <a:r>
              <a:rPr sz="1700">
                <a:solidFill>
                  <a:srgbClr val="F3F3F5"/>
                </a:solidFill>
                <a:latin typeface="Arial"/>
              </a:rPr>
              <a:t> — slow, flaky, and dependent on someone else's server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AND THIS IS A UI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 app driven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31599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45315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movie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47" y="1481328"/>
            <a:ext cx="1847409" cy="4005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480177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93893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reviews_ticketpl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325" y="1481328"/>
            <a:ext cx="1847409" cy="400507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" y="167335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572768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**Tapping a category**, opening a film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075688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1975104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**Checking the reviews screen**, moving through the booking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80360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779776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**No hands** — the same path, every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One technique worth stealing: assert a button is NOT present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Reviews can only be written from a booking, so the test proves the guard holds — absence is as testable as presence.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TWO PRACTICAL NOTES FOR UI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Make them survive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39212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711196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Use accessibility identifiers</a:t>
            </a:r>
            <a:r>
              <a:rPr sz="1700">
                <a:solidFill>
                  <a:srgbClr val="F3F3F5"/>
                </a:solidFill>
                <a:latin typeface="Arial"/>
              </a:rPr>
              <a:t>, not visible text — copy changes, tests shouldn't break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552444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Reset state between runs</a:t>
            </a:r>
            <a:r>
              <a:rPr sz="1700">
                <a:solidFill>
                  <a:srgbClr val="F3F3F5"/>
                </a:solidFill>
                <a:latin typeface="Arial"/>
              </a:rPr>
              <a:t>, or yesterday's data fails today's test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Read the test names in order and you have the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Ownership, cancellation, validation, the reviews guard — the behaviour of the feature, in order.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Unlike a document, a test name cannot go stale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Because when it stops being true, it fails.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Unit tests check logic fast; UI tests prove the whole 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A testable view model needs no screen at 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Fakes satisfying the same protocol replace disk, Keychain and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Accessibility identifiers and clean state keep tests honest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Test names are the specification that can't go stale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PRACTICE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Prove one thing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436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436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48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2656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Write a unit test for a view model with no UIKit imported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4952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4952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506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3240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Replace its real store with a fake through a protocol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553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0553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65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382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Add one UI test that asserts something is absent, not present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The final chapter decides whether any of this survives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Module 10 — Documentation Best Practices.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