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Case Study — Building a Complete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Assembling seven modules into one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Seven capabilities in isolation is not one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Assembling them is a separate skill — and it is the one interviews probe.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Turn one sentence into a requirements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Draw a flowchart that covers the failure branches, not just the happy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Recognise when to cut scope deliberately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See where each module shows up in a finished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It started as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 cinema ticket-booking app where you browse films, pick a schedule, choose seats, see the price and confirm a 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THAT BECAME A REQUIREMENTS 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Deliberately unglamorous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Browse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45435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Movie list · movie details · showtimes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58668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Seat selection · booking summary · confirmation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Manage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71899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Bookings history · cancellation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485131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Validation alerts throughout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One thing was missing, and an early review caught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There was no profile screen. Adding accounts unlocked roughly a third of everything 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Write requirements where somebody else can read and question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Rather than holding them in your head. That is the strongest argument for the whole exercise.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REQUIREMENTS BECAME THIS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Rectangles are processes, diamonds are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4549" y="1440180"/>
            <a:ext cx="2482595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68265" y="1453895"/>
            <a:ext cx="2455163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chart_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7" y="1481328"/>
            <a:ext cx="2400299" cy="40965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TRACE THE HAPPY PATH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Then look at everything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Start, browse, select, confirm, done</a:t>
            </a:r>
            <a:r>
              <a:rPr sz="1700">
                <a:solidFill>
                  <a:srgbClr val="F3F3F5"/>
                </a:solidFill>
                <a:latin typeface="Arial"/>
              </a:rPr>
              <a:t> — that is the easy part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Not signed in</a:t>
            </a:r>
            <a:r>
              <a:rPr sz="1700">
                <a:solidFill>
                  <a:srgbClr val="F3F3F5"/>
                </a:solidFill>
                <a:latin typeface="Arial"/>
              </a:rPr>
              <a:t> routes off to account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seat selected</a:t>
            </a:r>
            <a:r>
              <a:rPr sz="1700">
                <a:solidFill>
                  <a:srgbClr val="F3F3F5"/>
                </a:solidFill>
                <a:latin typeface="Arial"/>
              </a:rPr>
              <a:t> routes to a validation 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Cancel</a:t>
            </a:r>
            <a:r>
              <a:rPr sz="1700">
                <a:solidFill>
                  <a:srgbClr val="F3F3F5"/>
                </a:solidFill>
                <a:latin typeface="Arial"/>
              </a:rPr>
              <a:t> releases the seats and cancels the pending reminder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Most of real app design is the handling of things going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Those branches are where bugs breed. Drawing them before any code existed is why they were handled deliberately.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Then a wireframe — what goes where, not what it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Chasing pixel-perfect visuals at that stage wastes effort on decisions that change once real content arrives.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THINGS CHANGED BETWEEN PLAN AND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Both changes were healthy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The 'how to use' tab was 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It existed only to fill a fourth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Settings made it redundant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Payment was scoped out on 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Better to ship no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Than a fake one that misleads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HERE IS THE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Five taps to a confirmed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5997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59713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movie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145" y="1481328"/>
            <a:ext cx="1889588" cy="40965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09905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3621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sea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053" y="1481328"/>
            <a:ext cx="1889588" cy="409651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73813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87529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9_booking_confir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961" y="1481328"/>
            <a:ext cx="1889588" cy="40965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67842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Browsing a film to a confirmed, locally-persisted ticket with its own booking 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EVERY STEP IS A MODULE DOING REAL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Where the curriculum shows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25979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25979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1496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8168" y="2345435"/>
            <a:ext cx="8226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detail screen — UIKit, MVVM, table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39211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9211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58668"/>
            <a:ext cx="1496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Modules 4 &amp;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8168" y="3058668"/>
            <a:ext cx="8226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data — networking and persistence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71899"/>
            <a:ext cx="1496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Module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168" y="3771899"/>
            <a:ext cx="8226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The structure holding it together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65676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6567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85131"/>
            <a:ext cx="1496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Module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8168" y="4485131"/>
            <a:ext cx="82262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Maps, notifications, the native feel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DESIGN DETAIL DESERVES ITS OWN MOMENT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Movies book by seat. Concerts book by quantity.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12D39"/>
                </a:solidFill>
                <a:latin typeface="Arial"/>
              </a:rPr>
              <a:t>Two booking systems?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obvious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Twice the code, twice the bugs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One reservation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Two different front-ends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Exactly the reuse the architecture was built for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HERE IT IS,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The same core, two front-ends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7951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41667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sea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99" y="1481328"/>
            <a:ext cx="1889588" cy="40965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91859" y="1440180"/>
            <a:ext cx="1971884" cy="4178807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5575" y="1453895"/>
            <a:ext cx="1944452" cy="4151375"/>
          </a:xfrm>
          <a:prstGeom prst="rect">
            <a:avLst/>
          </a:prstGeom>
          <a:solidFill>
            <a:srgbClr val="1A1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_concert_qua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81328"/>
            <a:ext cx="1889588" cy="40965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67842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Clean Architecture and protocol-based injection, paying off on screen.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Building a Complete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One sentence becomes a requirements list somebody else can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The flowchart's value is its failure branches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Wireframe what goes where, not what it looks like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Cutting scope deliberately is a healthy sign, not a failure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Reuse is designed in, not discovered later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Chapter 9 proves it all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And shows why the architecture from Module 6 was worth the effort.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