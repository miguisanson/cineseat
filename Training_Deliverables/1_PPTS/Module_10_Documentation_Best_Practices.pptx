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371600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Arial"/>
              </a:rPr>
              <a:t>MODULE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457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3F3F5"/>
                </a:solidFill>
                <a:latin typeface="Arial"/>
              </a:rPr>
              <a:t>Documentation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6A8B0"/>
                </a:solidFill>
                <a:latin typeface="Arial"/>
              </a:rPr>
              <a:t>What makes your work survivable by somebody else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Six months from now, somebody opens this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It might be a colleague. It might be you, having forgotten every decision you made.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BY THE END OF THIS VIDEO YOU WILL BE ABLE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9796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69947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Keep a change list with the five fields that matter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9211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11195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Record AI involvement honestly, at the right depth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045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552443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Write difficulties and solutions somebody can actually 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170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393692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Ship documentation that cannot drift from the 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START WITH 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What code records, and what it doesn't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63139"/>
            <a:ext cx="5108295" cy="257860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63139"/>
            <a:ext cx="45720" cy="257860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00883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Code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4952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What the software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33571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Precisely and completely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2263139"/>
            <a:ext cx="5108295" cy="257860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2263139"/>
            <a:ext cx="45720" cy="2578608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2500883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Code cannot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304952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What you tried and abandoned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433571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What broke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817620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What you deliberately left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759" y="4201668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Where you used an AI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That gap is what documentation fills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It is the difference between a project that can be handed over cleanly and one that effectively cannot.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 FORMAT THAT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Five fields for every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69363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69363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88819"/>
            <a:ext cx="1603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4847" y="1988819"/>
            <a:ext cx="81195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With the day of the week — it anchors the change in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82595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82595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02051"/>
            <a:ext cx="1603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What 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4847" y="2702051"/>
            <a:ext cx="81195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Plain language a non-developer could follow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195827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195827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15283"/>
            <a:ext cx="1603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AI involvement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4847" y="3415283"/>
            <a:ext cx="81195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Whether one was used, and how deeply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909059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909059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128515"/>
            <a:ext cx="1603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Difficulties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4847" y="4128515"/>
            <a:ext cx="81195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What actually went wrong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622292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622292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841747"/>
            <a:ext cx="1603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Solutions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4847" y="4841747"/>
            <a:ext cx="81195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How each one was resolved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WHY THE DATE CARRIES THE DAY OF THE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It anchors the change in the project's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1858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290571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What changed</a:t>
            </a:r>
            <a:r>
              <a:rPr sz="1700">
                <a:solidFill>
                  <a:srgbClr val="F3F3F5"/>
                </a:solidFill>
                <a:latin typeface="Arial"/>
              </a:rPr>
              <a:t> — plain language, no jargon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59835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131819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Whether AI was involved</a:t>
            </a:r>
            <a:r>
              <a:rPr sz="1700">
                <a:solidFill>
                  <a:srgbClr val="F3F3F5"/>
                </a:solidFill>
                <a:latin typeface="Arial"/>
              </a:rPr>
              <a:t> — stated, even when the answer is none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10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973068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What difficulties came up</a:t>
            </a:r>
            <a:r>
              <a:rPr sz="1700">
                <a:solidFill>
                  <a:srgbClr val="F3F3F5"/>
                </a:solidFill>
                <a:latin typeface="Arial"/>
              </a:rPr>
              <a:t> — and how each was solved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LAST TWO ARE THE ONES PEOPLE DELETE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They are also the most valuable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Without difficulties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It reads like marketing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With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It reads like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HERE'S A REAL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The change list ships inside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9480177" y="1440180"/>
            <a:ext cx="1929705" cy="408736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93893" y="1453895"/>
            <a:ext cx="1902273" cy="405993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5_change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325" y="1481328"/>
            <a:ext cx="1847409" cy="40050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1673352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572768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**On the Settings screen**, not in a file nobody opens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78024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**A small decision** that signals the project takes its own history seriously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AND IN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Structured, typed data — not loose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95144"/>
            <a:ext cx="10545775" cy="205740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95144"/>
            <a:ext cx="45720" cy="205740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459736"/>
            <a:ext cx="10088575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struct ChangelogEntry: Codable {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let date: Date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let summary: String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let aiInvolvement: AIInvolvement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let difficulties: [String]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let solutions: [String]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It can be displayed in the interface, and it can never drift out of sync with the build.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AI INVOLVEMENT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Most people get it wrong in one of two directions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Over-reporting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Logging every autocomplete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Noise nobody reads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Saying nothing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Leaving a reviewer to guess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Which they will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Neither avoidance nor concealment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Use AI assistants, and use them well. Then record where one helped, at what depth, and what you did to verify the result.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 FOUR-LEVEL SCALE IS ENOUGH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Depth of involvement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25979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25979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45435"/>
            <a:ext cx="1069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2345435"/>
            <a:ext cx="8652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No assistant involved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39211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839211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58668"/>
            <a:ext cx="1069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058668"/>
            <a:ext cx="8652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Used like documentation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52444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52444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71899"/>
            <a:ext cx="1069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Assisted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3771899"/>
            <a:ext cx="8652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It drafted something you then reworked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265676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265676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85131"/>
            <a:ext cx="1069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Generated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1448" y="4485131"/>
            <a:ext cx="8652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Used largely as-is — say what you checked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Never commit AI-produced code you can't explain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If you couldn't debug it at two in the morning without the assistant, you don't understand it yet.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ON DIFFICULTIES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Be specific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Helps nobody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"Had trouble with layout"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A colleague can use this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"Constraints looked correct on one device and broke on another; fixed by grouping controls into stack views and constraining the stack"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Record the decisions you deliberately did not take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Choosing JSON files over Core Data is a real decision. Without a note, the next person sees an absence and wonders whether you knew.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 CHECKLIST TO HOLD YOUR PROJECT AGAINST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Every entry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Has a real date</a:t>
            </a:r>
            <a:r>
              <a:rPr sz="1700">
                <a:solidFill>
                  <a:srgbClr val="F3F3F5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Says what changed</a:t>
            </a:r>
            <a:r>
              <a:rPr sz="1700">
                <a:solidFill>
                  <a:srgbClr val="F3F3F5"/>
                </a:solidFill>
                <a:latin typeface="Arial"/>
              </a:rPr>
              <a:t> in plain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States AI involvement</a:t>
            </a:r>
            <a:r>
              <a:rPr sz="1700">
                <a:solidFill>
                  <a:srgbClr val="F3F3F5"/>
                </a:solidFill>
                <a:latin typeface="Arial"/>
              </a:rPr>
              <a:t>, even when it's 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Difficulties are honest</a:t>
            </a:r>
            <a:r>
              <a:rPr sz="1700">
                <a:solidFill>
                  <a:srgbClr val="F3F3F5"/>
                </a:solidFill>
                <a:latin typeface="Arial"/>
              </a:rPr>
              <a:t>, not sanitised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Every difficulty has a matching solution</a:t>
            </a:r>
            <a:r>
              <a:rPr sz="1700">
                <a:solidFill>
                  <a:srgbClr val="F3F3F5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AND THE REST OF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What else the checklist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9796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69947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Decisions you didn't take</a:t>
            </a:r>
            <a:r>
              <a:rPr sz="1700">
                <a:solidFill>
                  <a:srgbClr val="F3F3F5"/>
                </a:solidFill>
                <a:latin typeface="Arial"/>
              </a:rPr>
              <a:t> are recorded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9211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11195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Known limitations</a:t>
            </a:r>
            <a:r>
              <a:rPr sz="1700">
                <a:solidFill>
                  <a:srgbClr val="F3F3F5"/>
                </a:solidFill>
                <a:latin typeface="Arial"/>
              </a:rPr>
              <a:t> live somewhere findable, not implied by silence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045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552443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Secrets are never</a:t>
            </a:r>
            <a:r>
              <a:rPr sz="1700">
                <a:solidFill>
                  <a:srgbClr val="F3F3F5"/>
                </a:solidFill>
                <a:latin typeface="Arial"/>
              </a:rPr>
              <a:t> in the change 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170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393692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The changelog ships with the build</a:t>
            </a:r>
            <a:r>
              <a:rPr sz="1700">
                <a:solidFill>
                  <a:srgbClr val="F3F3F5"/>
                </a:solidFill>
                <a:latin typeface="Arial"/>
              </a:rPr>
              <a:t>, so it can't drift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Documentation 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Code records what the software does — not why, or what failed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Five fields: date, what changed, AI involvement, difficulties, solutions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Record AI depth honestly; never ship code you can't explain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Be specific about difficulties, and record decisions not taken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Ship the changelog with the build so it cannot drift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PRACTICE EXERCISE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Write a real change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4368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4368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485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2656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One entry per working session, using all five fields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4952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04952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506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3240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State AI involvement at one of the four levels, and what you verified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5536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05536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5653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23824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Include one decision you deliberately did not take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And that's the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Seven modules taught you to build an iOS application. Testing proved it works. Documentation is what makes that work survivable by somebody else.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